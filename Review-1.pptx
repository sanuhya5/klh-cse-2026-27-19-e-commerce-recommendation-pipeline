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14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uhya Kasani" userId="a05c215ebc597a1e" providerId="LiveId" clId="{18BF3058-75AE-407E-BA73-C7BA2106D4C3}"/>
    <pc:docChg chg="undo custSel modSld">
      <pc:chgData name="Sanuhya Kasani" userId="a05c215ebc597a1e" providerId="LiveId" clId="{18BF3058-75AE-407E-BA73-C7BA2106D4C3}" dt="2026-10-03T04:05:05.965" v="89" actId="20577"/>
      <pc:docMkLst>
        <pc:docMk/>
      </pc:docMkLst>
      <pc:sldChg chg="modSp mod">
        <pc:chgData name="Sanuhya Kasani" userId="a05c215ebc597a1e" providerId="LiveId" clId="{18BF3058-75AE-407E-BA73-C7BA2106D4C3}" dt="2026-10-03T04:05:05.965" v="89" actId="20577"/>
        <pc:sldMkLst>
          <pc:docMk/>
          <pc:sldMk cId="0" sldId="256"/>
        </pc:sldMkLst>
        <pc:spChg chg="mod">
          <ac:chgData name="Sanuhya Kasani" userId="a05c215ebc597a1e" providerId="LiveId" clId="{18BF3058-75AE-407E-BA73-C7BA2106D4C3}" dt="2026-10-03T04:02:55.436" v="5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nuhya Kasani" userId="a05c215ebc597a1e" providerId="LiveId" clId="{18BF3058-75AE-407E-BA73-C7BA2106D4C3}" dt="2026-10-03T04:05:05.965" v="89" actId="20577"/>
          <ac:spMkLst>
            <pc:docMk/>
            <pc:sldMk cId="0" sldId="256"/>
            <ac:spMk id="3" creationId="{00000000-0000-0000-0000-000000000000}"/>
          </ac:spMkLst>
        </pc:spChg>
        <pc:graphicFrameChg chg="mod modGraphic">
          <ac:chgData name="Sanuhya Kasani" userId="a05c215ebc597a1e" providerId="LiveId" clId="{18BF3058-75AE-407E-BA73-C7BA2106D4C3}" dt="2026-10-03T04:02:49.543" v="50" actId="14100"/>
          <ac:graphicFrameMkLst>
            <pc:docMk/>
            <pc:sldMk cId="0" sldId="256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1142" y="560578"/>
            <a:ext cx="3061715" cy="8371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93850"/>
            <a:ext cx="8074025" cy="4172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138993"/>
            <a:ext cx="521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F81BC"/>
                </a:solidFill>
              </a:rPr>
              <a:t>E-</a:t>
            </a:r>
            <a:r>
              <a:rPr sz="2400" dirty="0">
                <a:solidFill>
                  <a:srgbClr val="4F81BC"/>
                </a:solidFill>
              </a:rPr>
              <a:t>Commerce</a:t>
            </a:r>
            <a:r>
              <a:rPr sz="2400" spc="-80" dirty="0">
                <a:solidFill>
                  <a:srgbClr val="4F81BC"/>
                </a:solidFill>
              </a:rPr>
              <a:t> </a:t>
            </a:r>
            <a:r>
              <a:rPr sz="2400" dirty="0">
                <a:solidFill>
                  <a:srgbClr val="4F81BC"/>
                </a:solidFill>
              </a:rPr>
              <a:t>Recommendation</a:t>
            </a:r>
            <a:r>
              <a:rPr sz="2400" spc="-85" dirty="0">
                <a:solidFill>
                  <a:srgbClr val="4F81BC"/>
                </a:solidFill>
              </a:rPr>
              <a:t> </a:t>
            </a:r>
            <a:r>
              <a:rPr sz="2400" spc="-10" dirty="0">
                <a:solidFill>
                  <a:srgbClr val="4F81BC"/>
                </a:solidFill>
              </a:rPr>
              <a:t>pipeline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3813047" y="580849"/>
            <a:ext cx="3429000" cy="1460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REVIEW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1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400" b="1" dirty="0">
                <a:latin typeface="Times New Roman"/>
                <a:cs typeface="Times New Roman"/>
              </a:rPr>
              <a:t>Batch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19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-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Section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4</a:t>
            </a:r>
            <a:endParaRPr sz="1400" dirty="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1110"/>
              </a:spcBef>
            </a:pPr>
            <a:r>
              <a:rPr sz="18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Team</a:t>
            </a:r>
            <a:r>
              <a:rPr sz="1800" b="1" spc="-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members</a:t>
            </a:r>
            <a:endParaRPr sz="1800" dirty="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855"/>
              </a:spcBef>
              <a:tabLst>
                <a:tab pos="1075690" algn="l"/>
              </a:tabLst>
            </a:pPr>
            <a:r>
              <a:rPr sz="1200" b="1" dirty="0">
                <a:latin typeface="Times New Roman"/>
                <a:cs typeface="Times New Roman"/>
              </a:rPr>
              <a:t>Roll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No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20" dirty="0">
                <a:latin typeface="Times New Roman"/>
                <a:cs typeface="Times New Roman"/>
              </a:rPr>
              <a:t>Name</a:t>
            </a:r>
            <a:endParaRPr sz="12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22375"/>
              </p:ext>
            </p:extLst>
          </p:nvPr>
        </p:nvGraphicFramePr>
        <p:xfrm>
          <a:off x="3813047" y="2449787"/>
          <a:ext cx="2164080" cy="461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7480">
                <a:tc>
                  <a:txBody>
                    <a:bodyPr/>
                    <a:lstStyle/>
                    <a:p>
                      <a:pPr marR="52705" algn="ctr">
                        <a:lnSpc>
                          <a:spcPts val="114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2420030427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40"/>
                        </a:lnSpc>
                      </a:pPr>
                      <a:r>
                        <a:rPr sz="1200" spc="-80" dirty="0">
                          <a:latin typeface="Times New Roman"/>
                          <a:cs typeface="Times New Roman"/>
                        </a:rPr>
                        <a:t>Y.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Nimisha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50">
                <a:tc>
                  <a:txBody>
                    <a:bodyPr/>
                    <a:lstStyle/>
                    <a:p>
                      <a:pPr marR="52705" algn="ctr">
                        <a:lnSpc>
                          <a:spcPts val="105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2420030498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05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K.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Sanuhya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80">
                <a:tc>
                  <a:txBody>
                    <a:bodyPr/>
                    <a:lstStyle/>
                    <a:p>
                      <a:pPr marR="52705" algn="ctr">
                        <a:lnSpc>
                          <a:spcPts val="114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2420030516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14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Sarvajith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varma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64714" y="3058954"/>
            <a:ext cx="3870325" cy="114363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66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Under</a:t>
            </a:r>
            <a:r>
              <a:rPr sz="11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1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guidance</a:t>
            </a:r>
            <a:r>
              <a:rPr sz="11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725"/>
              </a:spcBef>
            </a:pPr>
            <a:r>
              <a:rPr sz="1400" b="1" spc="-35" dirty="0">
                <a:latin typeface="Times New Roman"/>
                <a:cs typeface="Times New Roman"/>
              </a:rPr>
              <a:t>Dr.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Nalla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Shirisha</a:t>
            </a:r>
            <a:endParaRPr sz="14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790"/>
              </a:spcBef>
            </a:pPr>
            <a:r>
              <a:rPr sz="1100" b="1" dirty="0">
                <a:latin typeface="Times New Roman"/>
                <a:cs typeface="Times New Roman"/>
              </a:rPr>
              <a:t>Associate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Professor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Department</a:t>
            </a:r>
            <a:r>
              <a:rPr sz="1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Computer</a:t>
            </a:r>
            <a:r>
              <a:rPr sz="1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Science</a:t>
            </a:r>
            <a:r>
              <a:rPr sz="14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sz="1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4589" y="5102466"/>
            <a:ext cx="6271895" cy="100838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2100" b="1" dirty="0">
                <a:latin typeface="Times New Roman"/>
                <a:cs typeface="Times New Roman"/>
              </a:rPr>
              <a:t>Koneru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Lakshmaiah</a:t>
            </a:r>
            <a:r>
              <a:rPr sz="2100" b="1" spc="-6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Education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Foundation</a:t>
            </a:r>
            <a:endParaRPr sz="21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195"/>
              </a:spcBef>
            </a:pPr>
            <a:r>
              <a:rPr sz="1350" b="1" dirty="0">
                <a:latin typeface="Times New Roman"/>
                <a:cs typeface="Times New Roman"/>
              </a:rPr>
              <a:t>(Deemed</a:t>
            </a:r>
            <a:r>
              <a:rPr sz="1350" b="1" spc="-6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to</a:t>
            </a:r>
            <a:r>
              <a:rPr sz="1350" b="1" spc="-1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be</a:t>
            </a:r>
            <a:r>
              <a:rPr sz="1350" b="1" spc="-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University</a:t>
            </a:r>
            <a:r>
              <a:rPr sz="1350" b="1" spc="-2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estd.</a:t>
            </a:r>
            <a:r>
              <a:rPr sz="1350" b="1" spc="-2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u/s.</a:t>
            </a:r>
            <a:r>
              <a:rPr sz="1350" b="1" spc="-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3</a:t>
            </a:r>
            <a:r>
              <a:rPr sz="1350" b="1" spc="-1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of</a:t>
            </a:r>
            <a:r>
              <a:rPr sz="1350" b="1" spc="-1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the</a:t>
            </a:r>
            <a:r>
              <a:rPr sz="1350" b="1" spc="-1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UGC</a:t>
            </a:r>
            <a:r>
              <a:rPr sz="1350" b="1" spc="-9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Act,</a:t>
            </a:r>
            <a:r>
              <a:rPr sz="1350" b="1" spc="-1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1956)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200" b="1" spc="-10" dirty="0">
                <a:latin typeface="Times New Roman"/>
                <a:cs typeface="Times New Roman"/>
              </a:rPr>
              <a:t>Off-</a:t>
            </a:r>
            <a:r>
              <a:rPr sz="1200" b="1" dirty="0">
                <a:latin typeface="Times New Roman"/>
                <a:cs typeface="Times New Roman"/>
              </a:rPr>
              <a:t>Campus: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Bachupally-</a:t>
            </a:r>
            <a:r>
              <a:rPr sz="1200" b="1" dirty="0">
                <a:latin typeface="Times New Roman"/>
                <a:cs typeface="Times New Roman"/>
              </a:rPr>
              <a:t>Gandimaisamma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Road,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Bowrampet,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Hyderabad,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Telangana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500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043.</a:t>
            </a:r>
            <a:endParaRPr sz="1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Times New Roman"/>
                <a:cs typeface="Times New Roman"/>
              </a:rPr>
              <a:t>Phone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7815926816,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www.klh.edu.in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3800" y="4343412"/>
            <a:ext cx="1875027" cy="9397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56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Table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14906"/>
            <a:ext cx="141541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69875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>
              <a:latin typeface="Times New Roman"/>
              <a:cs typeface="Times New Roman"/>
            </a:endParaRPr>
          </a:p>
          <a:p>
            <a:pPr marL="269875" indent="-25717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69875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979" y="280688"/>
            <a:ext cx="1779877" cy="6560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9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40"/>
              </a:spcBef>
            </a:pPr>
            <a:r>
              <a:rPr spc="-10" dirty="0"/>
              <a:t>E-</a:t>
            </a:r>
            <a:r>
              <a:rPr dirty="0"/>
              <a:t>commerce</a:t>
            </a:r>
            <a:r>
              <a:rPr spc="290" dirty="0"/>
              <a:t> </a:t>
            </a:r>
            <a:r>
              <a:rPr dirty="0"/>
              <a:t>platforms</a:t>
            </a:r>
            <a:r>
              <a:rPr spc="300" dirty="0"/>
              <a:t> </a:t>
            </a:r>
            <a:r>
              <a:rPr dirty="0"/>
              <a:t>provide</a:t>
            </a:r>
            <a:r>
              <a:rPr spc="305" dirty="0"/>
              <a:t> </a:t>
            </a:r>
            <a:r>
              <a:rPr dirty="0"/>
              <a:t>a</a:t>
            </a:r>
            <a:r>
              <a:rPr spc="280" dirty="0"/>
              <a:t> </a:t>
            </a:r>
            <a:r>
              <a:rPr dirty="0"/>
              <a:t>very</a:t>
            </a:r>
            <a:r>
              <a:rPr spc="280" dirty="0"/>
              <a:t> </a:t>
            </a:r>
            <a:r>
              <a:rPr dirty="0"/>
              <a:t>large</a:t>
            </a:r>
            <a:r>
              <a:rPr spc="295" dirty="0"/>
              <a:t> </a:t>
            </a:r>
            <a:r>
              <a:rPr dirty="0"/>
              <a:t>number</a:t>
            </a:r>
            <a:r>
              <a:rPr spc="295" dirty="0"/>
              <a:t> </a:t>
            </a:r>
            <a:r>
              <a:rPr dirty="0"/>
              <a:t>of</a:t>
            </a:r>
            <a:r>
              <a:rPr spc="290" dirty="0"/>
              <a:t> </a:t>
            </a:r>
            <a:r>
              <a:rPr dirty="0"/>
              <a:t>products,</a:t>
            </a:r>
            <a:r>
              <a:rPr spc="300" dirty="0"/>
              <a:t> </a:t>
            </a:r>
            <a:r>
              <a:rPr dirty="0"/>
              <a:t>which</a:t>
            </a:r>
            <a:r>
              <a:rPr spc="290" dirty="0"/>
              <a:t> </a:t>
            </a:r>
            <a:r>
              <a:rPr spc="-25" dirty="0"/>
              <a:t>can </a:t>
            </a:r>
            <a:r>
              <a:rPr dirty="0"/>
              <a:t>make</a:t>
            </a:r>
            <a:r>
              <a:rPr spc="355" dirty="0"/>
              <a:t> </a:t>
            </a:r>
            <a:r>
              <a:rPr dirty="0"/>
              <a:t>it</a:t>
            </a:r>
            <a:r>
              <a:rPr spc="345" dirty="0"/>
              <a:t> </a:t>
            </a:r>
            <a:r>
              <a:rPr dirty="0"/>
              <a:t>difficult</a:t>
            </a:r>
            <a:r>
              <a:rPr spc="325" dirty="0"/>
              <a:t> </a:t>
            </a:r>
            <a:r>
              <a:rPr dirty="0"/>
              <a:t>for</a:t>
            </a:r>
            <a:r>
              <a:rPr spc="350" dirty="0"/>
              <a:t> </a:t>
            </a:r>
            <a:r>
              <a:rPr dirty="0"/>
              <a:t>customers</a:t>
            </a:r>
            <a:r>
              <a:rPr spc="345" dirty="0"/>
              <a:t> </a:t>
            </a:r>
            <a:r>
              <a:rPr dirty="0"/>
              <a:t>to</a:t>
            </a:r>
            <a:r>
              <a:rPr spc="355" dirty="0"/>
              <a:t> </a:t>
            </a:r>
            <a:r>
              <a:rPr dirty="0"/>
              <a:t>find</a:t>
            </a:r>
            <a:r>
              <a:rPr spc="355" dirty="0"/>
              <a:t> </a:t>
            </a:r>
            <a:r>
              <a:rPr dirty="0"/>
              <a:t>products</a:t>
            </a:r>
            <a:r>
              <a:rPr spc="345" dirty="0"/>
              <a:t> </a:t>
            </a:r>
            <a:r>
              <a:rPr dirty="0"/>
              <a:t>that</a:t>
            </a:r>
            <a:r>
              <a:rPr spc="340" dirty="0"/>
              <a:t> </a:t>
            </a:r>
            <a:r>
              <a:rPr dirty="0"/>
              <a:t>match</a:t>
            </a:r>
            <a:r>
              <a:rPr spc="345" dirty="0"/>
              <a:t> </a:t>
            </a:r>
            <a:r>
              <a:rPr dirty="0"/>
              <a:t>their</a:t>
            </a:r>
            <a:r>
              <a:rPr spc="355" dirty="0"/>
              <a:t> </a:t>
            </a:r>
            <a:r>
              <a:rPr dirty="0"/>
              <a:t>needs</a:t>
            </a:r>
            <a:r>
              <a:rPr spc="345" dirty="0"/>
              <a:t> </a:t>
            </a:r>
            <a:r>
              <a:rPr spc="-25" dirty="0"/>
              <a:t>and </a:t>
            </a:r>
            <a:r>
              <a:rPr dirty="0"/>
              <a:t>interests.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solve</a:t>
            </a:r>
            <a:r>
              <a:rPr spc="-25" dirty="0"/>
              <a:t> </a:t>
            </a:r>
            <a:r>
              <a:rPr dirty="0"/>
              <a:t>this</a:t>
            </a:r>
            <a:r>
              <a:rPr spc="-25" dirty="0"/>
              <a:t> </a:t>
            </a:r>
            <a:r>
              <a:rPr dirty="0"/>
              <a:t>problem,</a:t>
            </a:r>
            <a:r>
              <a:rPr spc="-15" dirty="0"/>
              <a:t> </a:t>
            </a:r>
            <a:r>
              <a:rPr dirty="0"/>
              <a:t>recommendation</a:t>
            </a:r>
            <a:r>
              <a:rPr spc="-10" dirty="0"/>
              <a:t> </a:t>
            </a:r>
            <a:r>
              <a:rPr dirty="0"/>
              <a:t>systems</a:t>
            </a:r>
            <a:r>
              <a:rPr spc="-20" dirty="0"/>
              <a:t> </a:t>
            </a:r>
            <a:r>
              <a:rPr dirty="0"/>
              <a:t>study</a:t>
            </a:r>
            <a:r>
              <a:rPr spc="-10" dirty="0"/>
              <a:t> </a:t>
            </a:r>
            <a:r>
              <a:rPr dirty="0"/>
              <a:t>different</a:t>
            </a:r>
            <a:r>
              <a:rPr spc="-40" dirty="0"/>
              <a:t> </a:t>
            </a:r>
            <a:r>
              <a:rPr spc="-10" dirty="0"/>
              <a:t>types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user</a:t>
            </a:r>
            <a:r>
              <a:rPr spc="70" dirty="0"/>
              <a:t> </a:t>
            </a:r>
            <a:r>
              <a:rPr dirty="0"/>
              <a:t>activities,</a:t>
            </a:r>
            <a:r>
              <a:rPr spc="55" dirty="0"/>
              <a:t> </a:t>
            </a:r>
            <a:r>
              <a:rPr dirty="0"/>
              <a:t>such</a:t>
            </a:r>
            <a:r>
              <a:rPr spc="70" dirty="0"/>
              <a:t> </a:t>
            </a:r>
            <a:r>
              <a:rPr dirty="0"/>
              <a:t>as</a:t>
            </a:r>
            <a:r>
              <a:rPr spc="50" dirty="0"/>
              <a:t> </a:t>
            </a:r>
            <a:r>
              <a:rPr dirty="0"/>
              <a:t>searches,</a:t>
            </a:r>
            <a:r>
              <a:rPr spc="60" dirty="0"/>
              <a:t> </a:t>
            </a:r>
            <a:r>
              <a:rPr dirty="0"/>
              <a:t>clicks,</a:t>
            </a:r>
            <a:r>
              <a:rPr spc="45" dirty="0"/>
              <a:t> </a:t>
            </a:r>
            <a:r>
              <a:rPr dirty="0"/>
              <a:t>product</a:t>
            </a:r>
            <a:r>
              <a:rPr spc="50" dirty="0"/>
              <a:t> </a:t>
            </a:r>
            <a:r>
              <a:rPr dirty="0"/>
              <a:t>views,</a:t>
            </a:r>
            <a:r>
              <a:rPr spc="55" dirty="0"/>
              <a:t> </a:t>
            </a:r>
            <a:r>
              <a:rPr dirty="0"/>
              <a:t>ratings,</a:t>
            </a:r>
            <a:r>
              <a:rPr spc="60" dirty="0"/>
              <a:t> </a:t>
            </a:r>
            <a:r>
              <a:rPr dirty="0"/>
              <a:t>cart</a:t>
            </a:r>
            <a:r>
              <a:rPr spc="65" dirty="0"/>
              <a:t> </a:t>
            </a:r>
            <a:r>
              <a:rPr spc="-10" dirty="0"/>
              <a:t>activity, </a:t>
            </a:r>
            <a:r>
              <a:rPr dirty="0"/>
              <a:t>and</a:t>
            </a:r>
            <a:r>
              <a:rPr spc="305" dirty="0"/>
              <a:t> </a:t>
            </a:r>
            <a:r>
              <a:rPr dirty="0"/>
              <a:t>previous</a:t>
            </a:r>
            <a:r>
              <a:rPr spc="300" dirty="0"/>
              <a:t> </a:t>
            </a:r>
            <a:r>
              <a:rPr dirty="0"/>
              <a:t>purchases.</a:t>
            </a:r>
            <a:r>
              <a:rPr spc="310" dirty="0"/>
              <a:t> </a:t>
            </a:r>
            <a:r>
              <a:rPr dirty="0"/>
              <a:t>These</a:t>
            </a:r>
            <a:r>
              <a:rPr spc="305" dirty="0"/>
              <a:t> </a:t>
            </a:r>
            <a:r>
              <a:rPr dirty="0"/>
              <a:t>activities</a:t>
            </a:r>
            <a:r>
              <a:rPr spc="295" dirty="0"/>
              <a:t> </a:t>
            </a:r>
            <a:r>
              <a:rPr dirty="0"/>
              <a:t>help</a:t>
            </a:r>
            <a:r>
              <a:rPr spc="315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system</a:t>
            </a:r>
            <a:r>
              <a:rPr spc="280" dirty="0"/>
              <a:t> </a:t>
            </a:r>
            <a:r>
              <a:rPr dirty="0"/>
              <a:t>understand</a:t>
            </a:r>
            <a:r>
              <a:rPr spc="310" dirty="0"/>
              <a:t> </a:t>
            </a:r>
            <a:r>
              <a:rPr dirty="0"/>
              <a:t>what</a:t>
            </a:r>
            <a:r>
              <a:rPr spc="300" dirty="0"/>
              <a:t> </a:t>
            </a:r>
            <a:r>
              <a:rPr spc="-50" dirty="0"/>
              <a:t>a </a:t>
            </a:r>
            <a:r>
              <a:rPr dirty="0"/>
              <a:t>customer</a:t>
            </a:r>
            <a:r>
              <a:rPr spc="110" dirty="0"/>
              <a:t> </a:t>
            </a:r>
            <a:r>
              <a:rPr dirty="0"/>
              <a:t>is</a:t>
            </a:r>
            <a:r>
              <a:rPr spc="95" dirty="0"/>
              <a:t> </a:t>
            </a:r>
            <a:r>
              <a:rPr dirty="0"/>
              <a:t>interested</a:t>
            </a:r>
            <a:r>
              <a:rPr spc="105" dirty="0"/>
              <a:t> </a:t>
            </a:r>
            <a:r>
              <a:rPr dirty="0"/>
              <a:t>in.</a:t>
            </a:r>
            <a:r>
              <a:rPr spc="105" dirty="0"/>
              <a:t> </a:t>
            </a:r>
            <a:r>
              <a:rPr dirty="0"/>
              <a:t>The</a:t>
            </a:r>
            <a:r>
              <a:rPr spc="100" dirty="0"/>
              <a:t> </a:t>
            </a:r>
            <a:r>
              <a:rPr dirty="0"/>
              <a:t>collected</a:t>
            </a:r>
            <a:r>
              <a:rPr spc="100" dirty="0"/>
              <a:t> </a:t>
            </a:r>
            <a:r>
              <a:rPr dirty="0"/>
              <a:t>information</a:t>
            </a:r>
            <a:r>
              <a:rPr spc="105" dirty="0"/>
              <a:t> </a:t>
            </a:r>
            <a:r>
              <a:rPr dirty="0"/>
              <a:t>is</a:t>
            </a:r>
            <a:r>
              <a:rPr spc="105" dirty="0"/>
              <a:t> </a:t>
            </a:r>
            <a:r>
              <a:rPr dirty="0"/>
              <a:t>then</a:t>
            </a:r>
            <a:r>
              <a:rPr spc="105" dirty="0"/>
              <a:t> </a:t>
            </a:r>
            <a:r>
              <a:rPr dirty="0"/>
              <a:t>processed</a:t>
            </a:r>
            <a:r>
              <a:rPr spc="114" dirty="0"/>
              <a:t> </a:t>
            </a:r>
            <a:r>
              <a:rPr spc="-10" dirty="0"/>
              <a:t>through </a:t>
            </a:r>
            <a:r>
              <a:rPr dirty="0"/>
              <a:t>a</a:t>
            </a:r>
            <a:r>
              <a:rPr spc="25" dirty="0"/>
              <a:t> </a:t>
            </a:r>
            <a:r>
              <a:rPr dirty="0"/>
              <a:t>recommendation</a:t>
            </a:r>
            <a:r>
              <a:rPr spc="15" dirty="0"/>
              <a:t> </a:t>
            </a:r>
            <a:r>
              <a:rPr dirty="0"/>
              <a:t>pipeline,</a:t>
            </a:r>
            <a:r>
              <a:rPr spc="25" dirty="0"/>
              <a:t> </a:t>
            </a:r>
            <a:r>
              <a:rPr dirty="0"/>
              <a:t>where</a:t>
            </a:r>
            <a:r>
              <a:rPr spc="3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data</a:t>
            </a:r>
            <a:r>
              <a:rPr spc="10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dirty="0"/>
              <a:t>collected,</a:t>
            </a:r>
            <a:r>
              <a:rPr spc="20" dirty="0"/>
              <a:t> </a:t>
            </a:r>
            <a:r>
              <a:rPr dirty="0"/>
              <a:t>cleaned,</a:t>
            </a:r>
            <a:r>
              <a:rPr spc="15" dirty="0"/>
              <a:t> </a:t>
            </a:r>
            <a:r>
              <a:rPr dirty="0"/>
              <a:t>prepared,</a:t>
            </a:r>
            <a:r>
              <a:rPr spc="25" dirty="0"/>
              <a:t> </a:t>
            </a:r>
            <a:r>
              <a:rPr spc="-25" dirty="0"/>
              <a:t>and </a:t>
            </a:r>
            <a:r>
              <a:rPr dirty="0"/>
              <a:t>analyzed. Based</a:t>
            </a:r>
            <a:r>
              <a:rPr spc="-15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processed</a:t>
            </a:r>
            <a:r>
              <a:rPr spc="-25" dirty="0"/>
              <a:t> </a:t>
            </a:r>
            <a:r>
              <a:rPr dirty="0"/>
              <a:t>data,</a:t>
            </a:r>
            <a:r>
              <a:rPr spc="-25" dirty="0"/>
              <a:t> </a:t>
            </a:r>
            <a:r>
              <a:rPr dirty="0"/>
              <a:t>suitable</a:t>
            </a:r>
            <a:r>
              <a:rPr spc="-15" dirty="0"/>
              <a:t> </a:t>
            </a:r>
            <a:r>
              <a:rPr dirty="0"/>
              <a:t>products</a:t>
            </a:r>
            <a:r>
              <a:rPr spc="-5" dirty="0"/>
              <a:t> </a:t>
            </a:r>
            <a:r>
              <a:rPr dirty="0"/>
              <a:t>are</a:t>
            </a:r>
            <a:r>
              <a:rPr spc="-10" dirty="0"/>
              <a:t> </a:t>
            </a:r>
            <a:r>
              <a:rPr dirty="0"/>
              <a:t>identified,</a:t>
            </a:r>
            <a:r>
              <a:rPr spc="-5" dirty="0"/>
              <a:t> </a:t>
            </a:r>
            <a:r>
              <a:rPr spc="-10" dirty="0"/>
              <a:t>ranked </a:t>
            </a:r>
            <a:r>
              <a:rPr dirty="0"/>
              <a:t>according</a:t>
            </a:r>
            <a:r>
              <a:rPr spc="215" dirty="0"/>
              <a:t>  </a:t>
            </a:r>
            <a:r>
              <a:rPr dirty="0"/>
              <a:t>to</a:t>
            </a:r>
            <a:r>
              <a:rPr spc="210" dirty="0"/>
              <a:t>  </a:t>
            </a:r>
            <a:r>
              <a:rPr dirty="0"/>
              <a:t>their</a:t>
            </a:r>
            <a:r>
              <a:rPr spc="200" dirty="0"/>
              <a:t>  </a:t>
            </a:r>
            <a:r>
              <a:rPr dirty="0"/>
              <a:t>relevance,</a:t>
            </a:r>
            <a:r>
              <a:rPr spc="215" dirty="0"/>
              <a:t>  </a:t>
            </a:r>
            <a:r>
              <a:rPr dirty="0"/>
              <a:t>and</a:t>
            </a:r>
            <a:r>
              <a:rPr spc="210" dirty="0"/>
              <a:t>  </a:t>
            </a:r>
            <a:r>
              <a:rPr dirty="0"/>
              <a:t>recommended</a:t>
            </a:r>
            <a:r>
              <a:rPr spc="210" dirty="0"/>
              <a:t>  </a:t>
            </a:r>
            <a:r>
              <a:rPr dirty="0"/>
              <a:t>to</a:t>
            </a:r>
            <a:r>
              <a:rPr spc="210" dirty="0"/>
              <a:t>  </a:t>
            </a:r>
            <a:r>
              <a:rPr dirty="0"/>
              <a:t>the</a:t>
            </a:r>
            <a:r>
              <a:rPr spc="210" dirty="0"/>
              <a:t>  </a:t>
            </a:r>
            <a:r>
              <a:rPr dirty="0"/>
              <a:t>customer.</a:t>
            </a:r>
            <a:r>
              <a:rPr spc="210" dirty="0"/>
              <a:t>  </a:t>
            </a:r>
            <a:r>
              <a:rPr spc="-25" dirty="0"/>
              <a:t>The </a:t>
            </a:r>
            <a:r>
              <a:rPr dirty="0"/>
              <a:t>recommendations</a:t>
            </a:r>
            <a:r>
              <a:rPr spc="295" dirty="0"/>
              <a:t> </a:t>
            </a:r>
            <a:r>
              <a:rPr dirty="0"/>
              <a:t>are</a:t>
            </a:r>
            <a:r>
              <a:rPr spc="285" dirty="0"/>
              <a:t> </a:t>
            </a:r>
            <a:r>
              <a:rPr dirty="0"/>
              <a:t>personalized</a:t>
            </a:r>
            <a:r>
              <a:rPr spc="290" dirty="0"/>
              <a:t> </a:t>
            </a:r>
            <a:r>
              <a:rPr dirty="0"/>
              <a:t>because</a:t>
            </a:r>
            <a:r>
              <a:rPr spc="275" dirty="0"/>
              <a:t> </a:t>
            </a:r>
            <a:r>
              <a:rPr dirty="0"/>
              <a:t>they</a:t>
            </a:r>
            <a:r>
              <a:rPr spc="285" dirty="0"/>
              <a:t> </a:t>
            </a:r>
            <a:r>
              <a:rPr dirty="0"/>
              <a:t>are</a:t>
            </a:r>
            <a:r>
              <a:rPr spc="290" dirty="0"/>
              <a:t> </a:t>
            </a:r>
            <a:r>
              <a:rPr dirty="0"/>
              <a:t>based</a:t>
            </a:r>
            <a:r>
              <a:rPr spc="300" dirty="0"/>
              <a:t> </a:t>
            </a:r>
            <a:r>
              <a:rPr dirty="0"/>
              <a:t>on</a:t>
            </a:r>
            <a:r>
              <a:rPr spc="305" dirty="0"/>
              <a:t> </a:t>
            </a:r>
            <a:r>
              <a:rPr dirty="0"/>
              <a:t>the</a:t>
            </a:r>
            <a:r>
              <a:rPr spc="305" dirty="0"/>
              <a:t> </a:t>
            </a:r>
            <a:r>
              <a:rPr spc="-10" dirty="0"/>
              <a:t>individual </a:t>
            </a:r>
            <a:r>
              <a:rPr dirty="0"/>
              <a:t>customer's</a:t>
            </a:r>
            <a:r>
              <a:rPr spc="130" dirty="0"/>
              <a:t> </a:t>
            </a:r>
            <a:r>
              <a:rPr dirty="0"/>
              <a:t>interests</a:t>
            </a:r>
            <a:r>
              <a:rPr spc="140" dirty="0"/>
              <a:t> </a:t>
            </a:r>
            <a:r>
              <a:rPr dirty="0"/>
              <a:t>and</a:t>
            </a:r>
            <a:r>
              <a:rPr spc="140" dirty="0"/>
              <a:t> </a:t>
            </a:r>
            <a:r>
              <a:rPr dirty="0"/>
              <a:t>behavior.</a:t>
            </a:r>
            <a:r>
              <a:rPr spc="140" dirty="0"/>
              <a:t> </a:t>
            </a:r>
            <a:r>
              <a:rPr dirty="0"/>
              <a:t>This</a:t>
            </a:r>
            <a:r>
              <a:rPr spc="125" dirty="0"/>
              <a:t> </a:t>
            </a:r>
            <a:r>
              <a:rPr dirty="0"/>
              <a:t>project</a:t>
            </a:r>
            <a:r>
              <a:rPr spc="135" dirty="0"/>
              <a:t> </a:t>
            </a:r>
            <a:r>
              <a:rPr dirty="0"/>
              <a:t>focuses</a:t>
            </a:r>
            <a:r>
              <a:rPr spc="125" dirty="0"/>
              <a:t> </a:t>
            </a:r>
            <a:r>
              <a:rPr dirty="0"/>
              <a:t>on</a:t>
            </a:r>
            <a:r>
              <a:rPr spc="135" dirty="0"/>
              <a:t> </a:t>
            </a:r>
            <a:r>
              <a:rPr dirty="0"/>
              <a:t>understanding</a:t>
            </a:r>
            <a:r>
              <a:rPr spc="145" dirty="0"/>
              <a:t> </a:t>
            </a:r>
            <a:r>
              <a:rPr spc="-25" dirty="0"/>
              <a:t>how </a:t>
            </a:r>
            <a:r>
              <a:rPr dirty="0"/>
              <a:t>an</a:t>
            </a:r>
            <a:r>
              <a:rPr spc="-20" dirty="0"/>
              <a:t> </a:t>
            </a:r>
            <a:r>
              <a:rPr spc="-10" dirty="0"/>
              <a:t>e-</a:t>
            </a:r>
            <a:r>
              <a:rPr dirty="0"/>
              <a:t>commerce</a:t>
            </a:r>
            <a:r>
              <a:rPr spc="-25" dirty="0"/>
              <a:t> </a:t>
            </a:r>
            <a:r>
              <a:rPr dirty="0"/>
              <a:t>recommendation</a:t>
            </a:r>
            <a:r>
              <a:rPr spc="-20" dirty="0"/>
              <a:t> </a:t>
            </a:r>
            <a:r>
              <a:rPr dirty="0"/>
              <a:t>system</a:t>
            </a:r>
            <a:r>
              <a:rPr spc="-45" dirty="0"/>
              <a:t> </a:t>
            </a:r>
            <a:r>
              <a:rPr dirty="0"/>
              <a:t>works,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different</a:t>
            </a:r>
            <a:r>
              <a:rPr spc="-30" dirty="0"/>
              <a:t> </a:t>
            </a:r>
            <a:r>
              <a:rPr dirty="0"/>
              <a:t>stages</a:t>
            </a:r>
            <a:r>
              <a:rPr spc="-30" dirty="0"/>
              <a:t> </a:t>
            </a:r>
            <a:r>
              <a:rPr dirty="0"/>
              <a:t>involved</a:t>
            </a:r>
            <a:r>
              <a:rPr spc="-15" dirty="0"/>
              <a:t> </a:t>
            </a:r>
            <a:r>
              <a:rPr spc="-25" dirty="0"/>
              <a:t>in </a:t>
            </a:r>
            <a:r>
              <a:rPr dirty="0"/>
              <a:t>its</a:t>
            </a:r>
            <a:r>
              <a:rPr spc="250" dirty="0"/>
              <a:t> </a:t>
            </a:r>
            <a:r>
              <a:rPr dirty="0"/>
              <a:t>data</a:t>
            </a:r>
            <a:r>
              <a:rPr spc="235" dirty="0"/>
              <a:t> </a:t>
            </a:r>
            <a:r>
              <a:rPr dirty="0"/>
              <a:t>pipeline,</a:t>
            </a:r>
            <a:r>
              <a:rPr spc="270" dirty="0"/>
              <a:t> </a:t>
            </a:r>
            <a:r>
              <a:rPr dirty="0"/>
              <a:t>and</a:t>
            </a:r>
            <a:r>
              <a:rPr spc="250" dirty="0"/>
              <a:t> </a:t>
            </a:r>
            <a:r>
              <a:rPr dirty="0"/>
              <a:t>how</a:t>
            </a:r>
            <a:r>
              <a:rPr spc="270" dirty="0"/>
              <a:t> </a:t>
            </a:r>
            <a:r>
              <a:rPr dirty="0"/>
              <a:t>these</a:t>
            </a:r>
            <a:r>
              <a:rPr spc="250" dirty="0"/>
              <a:t> </a:t>
            </a:r>
            <a:r>
              <a:rPr dirty="0"/>
              <a:t>personalized</a:t>
            </a:r>
            <a:r>
              <a:rPr spc="250" dirty="0"/>
              <a:t> </a:t>
            </a:r>
            <a:r>
              <a:rPr dirty="0"/>
              <a:t>recommendations</a:t>
            </a:r>
            <a:r>
              <a:rPr spc="260" dirty="0"/>
              <a:t> </a:t>
            </a:r>
            <a:r>
              <a:rPr dirty="0"/>
              <a:t>can</a:t>
            </a:r>
            <a:r>
              <a:rPr spc="265" dirty="0"/>
              <a:t> </a:t>
            </a:r>
            <a:r>
              <a:rPr spc="-10" dirty="0"/>
              <a:t>improve </a:t>
            </a:r>
            <a:r>
              <a:rPr dirty="0"/>
              <a:t>product</a:t>
            </a:r>
            <a:r>
              <a:rPr spc="60" dirty="0"/>
              <a:t> </a:t>
            </a:r>
            <a:r>
              <a:rPr dirty="0"/>
              <a:t>discovery,</a:t>
            </a:r>
            <a:r>
              <a:rPr spc="85" dirty="0"/>
              <a:t> </a:t>
            </a:r>
            <a:r>
              <a:rPr dirty="0"/>
              <a:t>customer</a:t>
            </a:r>
            <a:r>
              <a:rPr spc="75" dirty="0"/>
              <a:t> </a:t>
            </a:r>
            <a:r>
              <a:rPr dirty="0"/>
              <a:t>experience,</a:t>
            </a:r>
            <a:r>
              <a:rPr spc="85" dirty="0"/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dirty="0"/>
              <a:t>make</a:t>
            </a:r>
            <a:r>
              <a:rPr spc="85" dirty="0"/>
              <a:t> </a:t>
            </a:r>
            <a:r>
              <a:rPr dirty="0"/>
              <a:t>online</a:t>
            </a:r>
            <a:r>
              <a:rPr spc="75" dirty="0"/>
              <a:t> </a:t>
            </a:r>
            <a:r>
              <a:rPr dirty="0"/>
              <a:t>shopping</a:t>
            </a:r>
            <a:r>
              <a:rPr spc="75" dirty="0"/>
              <a:t> </a:t>
            </a:r>
            <a:r>
              <a:rPr dirty="0"/>
              <a:t>easier</a:t>
            </a:r>
            <a:r>
              <a:rPr spc="85" dirty="0"/>
              <a:t> </a:t>
            </a:r>
            <a:r>
              <a:rPr spc="-25" dirty="0"/>
              <a:t>and </a:t>
            </a:r>
            <a:r>
              <a:rPr dirty="0"/>
              <a:t>more</a:t>
            </a:r>
            <a:r>
              <a:rPr spc="-25" dirty="0"/>
              <a:t> </a:t>
            </a:r>
            <a:r>
              <a:rPr spc="-10" dirty="0"/>
              <a:t>convenient.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979" y="280688"/>
            <a:ext cx="1779877" cy="6560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46022"/>
            <a:ext cx="8531860" cy="5039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 marR="6985" indent="-257810" algn="just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69875" algn="l"/>
              </a:tabLst>
            </a:pPr>
            <a:r>
              <a:rPr sz="1900" spc="-10" dirty="0">
                <a:latin typeface="Times New Roman"/>
                <a:cs typeface="Times New Roman"/>
              </a:rPr>
              <a:t>E-</a:t>
            </a:r>
            <a:r>
              <a:rPr sz="1900" dirty="0">
                <a:latin typeface="Times New Roman"/>
                <a:cs typeface="Times New Roman"/>
              </a:rPr>
              <a:t>commerce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has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become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major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part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everyday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shopping,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platforms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offering </a:t>
            </a:r>
            <a:r>
              <a:rPr sz="1900" dirty="0">
                <a:latin typeface="Times New Roman"/>
                <a:cs typeface="Times New Roman"/>
              </a:rPr>
              <a:t>thousands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even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millions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products.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so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many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choices</a:t>
            </a:r>
            <a:r>
              <a:rPr sz="1900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available,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customers </a:t>
            </a:r>
            <a:r>
              <a:rPr sz="1900" dirty="0">
                <a:latin typeface="Times New Roman"/>
                <a:cs typeface="Times New Roman"/>
              </a:rPr>
              <a:t>may find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difficult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identify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relevant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their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needs.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5"/>
              </a:spcBef>
              <a:buFont typeface="Wingdings"/>
              <a:buChar char=""/>
            </a:pPr>
            <a:endParaRPr sz="1900">
              <a:latin typeface="Times New Roman"/>
              <a:cs typeface="Times New Roman"/>
            </a:endParaRPr>
          </a:p>
          <a:p>
            <a:pPr marL="269875" marR="5080" indent="-257810" algn="just">
              <a:lnSpc>
                <a:spcPct val="100000"/>
              </a:lnSpc>
              <a:buFont typeface="Wingdings"/>
              <a:buChar char=""/>
              <a:tabLst>
                <a:tab pos="269875" algn="l"/>
              </a:tabLst>
            </a:pPr>
            <a:r>
              <a:rPr sz="1900" dirty="0">
                <a:latin typeface="Times New Roman"/>
                <a:cs typeface="Times New Roman"/>
              </a:rPr>
              <a:t>An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e-</a:t>
            </a:r>
            <a:r>
              <a:rPr sz="1900" dirty="0">
                <a:latin typeface="Times New Roman"/>
                <a:cs typeface="Times New Roman"/>
              </a:rPr>
              <a:t>commerce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recommendation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system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helps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solve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problem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understanding </a:t>
            </a:r>
            <a:r>
              <a:rPr sz="1900" dirty="0">
                <a:latin typeface="Times New Roman"/>
                <a:cs typeface="Times New Roman"/>
              </a:rPr>
              <a:t>customer</a:t>
            </a:r>
            <a:r>
              <a:rPr sz="1900" spc="3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interests</a:t>
            </a:r>
            <a:r>
              <a:rPr sz="1900" spc="3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suggesting</a:t>
            </a:r>
            <a:r>
              <a:rPr sz="1900" spc="3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products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3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they</a:t>
            </a:r>
            <a:r>
              <a:rPr sz="1900" spc="3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likely</a:t>
            </a:r>
            <a:r>
              <a:rPr sz="1900" spc="3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prefer.</a:t>
            </a:r>
            <a:r>
              <a:rPr sz="1900" spc="3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It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uses </a:t>
            </a:r>
            <a:r>
              <a:rPr sz="1900" dirty="0">
                <a:latin typeface="Times New Roman"/>
                <a:cs typeface="Times New Roman"/>
              </a:rPr>
              <a:t>information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such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1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search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history,</a:t>
            </a:r>
            <a:r>
              <a:rPr sz="1900" spc="1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views,</a:t>
            </a:r>
            <a:r>
              <a:rPr sz="1900" spc="1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clicks,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ratings,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cart</a:t>
            </a:r>
            <a:r>
              <a:rPr sz="1900" spc="1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activity,</a:t>
            </a:r>
            <a:r>
              <a:rPr sz="1900" spc="17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previous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purchases.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  <a:buFont typeface="Wingdings"/>
              <a:buChar char=""/>
            </a:pPr>
            <a:endParaRPr sz="1900">
              <a:latin typeface="Times New Roman"/>
              <a:cs typeface="Times New Roman"/>
            </a:endParaRPr>
          </a:p>
          <a:p>
            <a:pPr marL="269875" marR="8255" indent="-257810" algn="just">
              <a:lnSpc>
                <a:spcPct val="100000"/>
              </a:lnSpc>
              <a:buFont typeface="Wingdings"/>
              <a:buChar char=""/>
              <a:tabLst>
                <a:tab pos="269875" algn="l"/>
              </a:tabLst>
            </a:pPr>
            <a:r>
              <a:rPr sz="1900" dirty="0">
                <a:latin typeface="Times New Roman"/>
                <a:cs typeface="Times New Roman"/>
              </a:rPr>
              <a:t>Behind</a:t>
            </a:r>
            <a:r>
              <a:rPr sz="1900" spc="45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these</a:t>
            </a:r>
            <a:r>
              <a:rPr sz="1900" spc="4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recommendations</a:t>
            </a:r>
            <a:r>
              <a:rPr sz="1900" spc="45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45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4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recommendation</a:t>
            </a:r>
            <a:r>
              <a:rPr sz="1900" spc="4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pipeline.</a:t>
            </a:r>
            <a:r>
              <a:rPr sz="1900" spc="4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It</a:t>
            </a:r>
            <a:r>
              <a:rPr sz="1900" spc="4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takes</a:t>
            </a:r>
            <a:r>
              <a:rPr sz="1900" spc="45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user</a:t>
            </a:r>
            <a:r>
              <a:rPr sz="1900" spc="47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product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data,</a:t>
            </a:r>
            <a:r>
              <a:rPr sz="1900" spc="3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processes</a:t>
            </a:r>
            <a:r>
              <a:rPr sz="1900" spc="3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information,</a:t>
            </a:r>
            <a:r>
              <a:rPr sz="1900" spc="3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finds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relevant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products,</a:t>
            </a:r>
            <a:r>
              <a:rPr sz="1900" spc="3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ranks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them,</a:t>
            </a:r>
            <a:r>
              <a:rPr sz="1900" spc="33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finally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displays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most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suitable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recommendations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customer.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5"/>
              </a:spcBef>
              <a:buFont typeface="Wingdings"/>
              <a:buChar char=""/>
            </a:pPr>
            <a:endParaRPr sz="1900">
              <a:latin typeface="Times New Roman"/>
              <a:cs typeface="Times New Roman"/>
            </a:endParaRPr>
          </a:p>
          <a:p>
            <a:pPr marL="269875" marR="6985" indent="-25781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69875" algn="l"/>
              </a:tabLst>
            </a:pPr>
            <a:r>
              <a:rPr sz="1900" dirty="0">
                <a:latin typeface="Times New Roman"/>
                <a:cs typeface="Times New Roman"/>
              </a:rPr>
              <a:t>Therefore,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recommendation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systems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help</a:t>
            </a:r>
            <a:r>
              <a:rPr sz="1900" spc="1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make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online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shopping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more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personalized, </a:t>
            </a:r>
            <a:r>
              <a:rPr sz="1900" dirty="0">
                <a:latin typeface="Times New Roman"/>
                <a:cs typeface="Times New Roman"/>
              </a:rPr>
              <a:t>convenient,</a:t>
            </a:r>
            <a:r>
              <a:rPr sz="1900" spc="17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17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efficient,</a:t>
            </a:r>
            <a:r>
              <a:rPr sz="1900" spc="18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while</a:t>
            </a:r>
            <a:r>
              <a:rPr sz="1900" spc="17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also</a:t>
            </a:r>
            <a:r>
              <a:rPr sz="1900" spc="17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helping</a:t>
            </a:r>
            <a:r>
              <a:rPr sz="1900" spc="180" dirty="0">
                <a:latin typeface="Times New Roman"/>
                <a:cs typeface="Times New Roman"/>
              </a:rPr>
              <a:t>  </a:t>
            </a:r>
            <a:r>
              <a:rPr sz="1900" spc="-10" dirty="0">
                <a:latin typeface="Times New Roman"/>
                <a:cs typeface="Times New Roman"/>
              </a:rPr>
              <a:t>e-</a:t>
            </a:r>
            <a:r>
              <a:rPr sz="1900" dirty="0">
                <a:latin typeface="Times New Roman"/>
                <a:cs typeface="Times New Roman"/>
              </a:rPr>
              <a:t>commerce</a:t>
            </a:r>
            <a:r>
              <a:rPr sz="1900" spc="18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platforms</a:t>
            </a:r>
            <a:r>
              <a:rPr sz="1900" spc="175" dirty="0">
                <a:latin typeface="Times New Roman"/>
                <a:cs typeface="Times New Roman"/>
              </a:rPr>
              <a:t>  </a:t>
            </a:r>
            <a:r>
              <a:rPr sz="1900" spc="-10" dirty="0">
                <a:latin typeface="Times New Roman"/>
                <a:cs typeface="Times New Roman"/>
              </a:rPr>
              <a:t>improve </a:t>
            </a:r>
            <a:r>
              <a:rPr sz="1900" dirty="0">
                <a:latin typeface="Times New Roman"/>
                <a:cs typeface="Times New Roman"/>
              </a:rPr>
              <a:t>customer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engagement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discovery.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979" y="280688"/>
            <a:ext cx="1779877" cy="6560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430</Words>
  <Application>Microsoft Office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 MT</vt:lpstr>
      <vt:lpstr>Times New Roman</vt:lpstr>
      <vt:lpstr>Wingdings</vt:lpstr>
      <vt:lpstr>Office Theme</vt:lpstr>
      <vt:lpstr>E-Commerce Recommendation pipeline</vt:lpstr>
      <vt:lpstr>Table of contents</vt:lpstr>
      <vt:lpstr>Abstract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Sanuhya Kasani</cp:lastModifiedBy>
  <cp:revision>1</cp:revision>
  <dcterms:created xsi:type="dcterms:W3CDTF">2026-09-18T05:48:07Z</dcterms:created>
  <dcterms:modified xsi:type="dcterms:W3CDTF">2026-10-03T04:05:08Z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2026-08-17T00:00:00Z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2026-09-18T00:00:00Z</vt:filetime>
  </property>
  <property fmtid="{D5CDD505-2E9C-101B-9397-08002B2CF9AE}" pid="6" name="Producer">
    <vt:lpwstr>Microsoft® PowerPoint® 2021</vt:lpwstr>
  </property>
</Properties>
</file>